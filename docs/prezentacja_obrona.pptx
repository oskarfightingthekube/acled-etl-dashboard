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169164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95728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Hurtownia danych ACLED — przegląd realizacji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2724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egoe UI"/>
              </a:rPr>
              <a:t>Przedstawiamy, jak zrealizowaliśmy poszczególne wymagania,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Segoe UI"/>
              </a:rPr>
              <a:t>i prosimy o ocenę oraz wskazanie poprawek.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  <a:latin typeface="Segoe UI"/>
              </a:rPr>
              <a:t>Oskar Mikołajczak  ·  Maciej Krzywicki  ·  Karol Samorański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72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7B"/>
                </a:solidFill>
                <a:latin typeface="Segoe UI"/>
              </a:rPr>
              <a:t>Integracja danych i hurtownie danych · lipiec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Co zrealizowaliśmy — przegląd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Pytania biznesowe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132588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12 pytań; każde ma odpowiedź w raporcie Power 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Schemat gwiazdy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6596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fakt + 7 wymiarów, klucze sztuczne, integralność zweryfikowana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Procesy ETL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60604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Apache Airflow + Glue + Athena; uruchamiane na żywo, walidowane automatycznie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Warstwa semantyczna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324612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model Power BI: relacje, miary DAX, hierarchie, tabela dat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Raporty z wykresami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88620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9 stron: dashboard + strony analityczne — pokaz na żywo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2628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Tabela mapowań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52628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docs/etl_mapowania.md — źródło → transformacja → 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Screeny ładowań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16636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13 zrzutów: każdy wymiar, fakt, walidacja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50F15"/>
                </a:solidFill>
                <a:latin typeface="Segoe UI"/>
              </a:rPr>
              <a:t>Ocena należy do Pani — na końcu lista decyzji, o których weryfikację prosimy.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Dane źródłowe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•  ACLED — Armed Conflict Location &amp; Event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75104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•  oficjalne API (OAuth), dane realne, niegenerowane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87168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•  2 669 294 zdarzeń · 1997–2025 · 242 kraje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99232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•  źródło publikuje z 12-miesięcznym embargiem (znanym z góry)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11296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•  World Bank — populacja kraj×rok (SP.POP.TOTL)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•  do analiz per capita; wspólny klucz ISO 3166-1 numeric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554480"/>
            <a:ext cx="429768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7830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Skala danych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286000"/>
            <a:ext cx="3749039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2 669 294  zdarzeń</a:t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2 346 567  ofiar</a:t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16 494  aktorów</a:t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134  typy interakcji</a:t>
            </a:r>
          </a:p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10 592  dni kalendarza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12 pytań biznesowych — pełna treść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1. Które kraje i regiony mają najwięcej zdarzeń i jakie typy zdarzeń tam dominują?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2. Gdzie na mapie jest najwięcej ofiar i które miejsca mają najwyższą liczbę ofiar na zdarzenie?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3. Jak liczba zdarzeń zmieniała się w czasie (rok, miesiąc) dla każdego typu niepokoju?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4. Czy występują wzorce sezonowe? Które miesiące mają najwięcej zdarzeń i ofiar?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4056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5. Które typy i podtypy zdarzeń powodują najwięcej ofiar i jaka jest średnia ofiar na zdarzenie?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6. Jaki jest stosunek protestów pokojowych do gwałtownych demonstracji i jak zmienia się w czasie?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8386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7. Którzy aktorzy generują najwięcej zdarzeń i ofiar oraz jak zmieniała się ich aktywność w czasie?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587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8. Które typy interakcji (np. siły państwowe vs rebelianci) są najczęstsze i najkrwawsze?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33672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9. Jaki procent zdarzeń obejmuje celowanie w cywilów i jak zmienia się to wg regionu i aktora?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08576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10. Skąd pochodzą źródła (lokalne vs międzynarodowe) w regionach; czy więcej źródeł to więcej zdarzeń?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11. Które kraje miały największy wzrost rok do roku i czy więcej zdarzeń zawsze oznacza więcej ofiar?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5838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12. Które kraje mają najwięcej zdarzeń i ofiar na 100 tys. mieszkańców i jak zmienia to ranking?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zakres i liczba pytań są odpowiednie?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Schemat gwiazdy</a:t>
            </a:r>
          </a:p>
        </p:txBody>
      </p:sp>
      <p:pic>
        <p:nvPicPr>
          <p:cNvPr id="4" name="Picture 3" descr="star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218" y="1005840"/>
            <a:ext cx="6791259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prosimy o weryfikację schematu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Schemat gwiazdy — decyzje projektowe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Hurtownia jednotematyczna → czysta gwiazda (bez bus matrix)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Fakt: tylko klucze wymiarów + miary addytywne; wyjątek: event_id_cnty jako wymiar zdegenerowany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Klucze sztuczne (ROW_NUMBER; data = yyyymmdd); interaction jako pełny wymiar (134 wartości)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Pseudo-nulle → wiersz „Unknown” (id = -1) w każdym wymiarze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dim_date: ciągły kalendarz 1997–2025 (funkcje czasowe Power 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Populacja: klucz złożony (iso, rok) spłaszczony do iso_year; relacja dwukierunkowa — filtr kraju musi docierać do populacji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akceptuje Pani: wymiar zdegenerowany, klucz iso_year z relacją dwukierunkową, współrzędne geo poza gwiazdą?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Procesy ETL — architektura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68415"/>
            <a:ext cx="11460175" cy="24297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stack AWS + Airflow + Power BI jest właściwym zamiennikiem SSIS/SSAS/SSRS?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Tabela mapowań (skrót)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pełna wersja: docs/etl_mapowania.md — każda kolumna: źródło → transformacja → 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E: API → bronze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417320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Python, OAuth, przyrostowo po znaczniku czasu; surowe CSV, append-only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75688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T: bronze → silver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075688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Glue/Spark: deduplikacja (SCD typ 1), rejestr usunięć, typowanie, Parquet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34056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T: silver →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734056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Athena CTAS: integracja źródeł, flaga cywilów, czyszczenie pseudo-nulli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92424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L: gold → wymiary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392424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klucze sztuczne + wiersz Unknown; kalendarz z sequence()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50792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L: → fakt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050792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lookup surogatów; wyłącznie klucze i miary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09160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Walidacja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709160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rekoncyliacja warstw: silver == gold == fakt (zdarzenia oraz ofiary)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taka forma tabeli mapowań odpowiada wzorowi z Materiałów?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ETL uruchamiany na żywo —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pełny przebieg: crawler → Spark → gold → gwiazda → walidacja; kroki idempotentne — możemy uruchomić przy Pani</a:t>
            </a:r>
          </a:p>
        </p:txBody>
      </p:sp>
      <p:pic>
        <p:nvPicPr>
          <p:cNvPr id="5" name="Picture 4" descr="01_gr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183" y="1234440"/>
            <a:ext cx="833932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Dowody ładowania wymiarów i faktów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komplet 13 zrzutów w repozytorium (katalog screeny/)</a:t>
            </a:r>
          </a:p>
        </p:txBody>
      </p:sp>
      <p:pic>
        <p:nvPicPr>
          <p:cNvPr id="5" name="Picture 4" descr="12_fact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11630"/>
            <a:ext cx="5669280" cy="3543300"/>
          </a:xfrm>
          <a:prstGeom prst="rect">
            <a:avLst/>
          </a:prstGeom>
        </p:spPr>
      </p:pic>
      <p:pic>
        <p:nvPicPr>
          <p:cNvPr id="6" name="Picture 5" descr="13_val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11630"/>
            <a:ext cx="5669280" cy="3543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864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6B7B"/>
                </a:solidFill>
                <a:latin typeface="Segoe UI"/>
              </a:rPr>
              <a:t>ładowanie faktów — SUCCESS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54864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6B7B"/>
                </a:solidFill>
                <a:latin typeface="Segoe UI"/>
              </a:rPr>
              <a:t>walidacja rekoncyliacji —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zrzuty z zadań Airflow spełniają wymóg „momentu udanej operacji ładowania”?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Jakość danych — wykryte i naprawione problemy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Cudzysłowy w CSV niszczyły kolumny liczbowe przy odczycie — suma ofiar 7× zaniżona; wykryte rekoncyliacją dwóch ścieżek liczenia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67712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Cast tekstowej kolumny interaction do INT kasował ją w silverze — obejście z warstwy bronze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Pseudo-nulle → Unknown(-1); dziurawy kalendarz → ciągły sequence()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18688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Wniosek: walidacja automatyczna po każdym uruchomieniu — liczba zdarzeń ORAZ suma ofiar, między warstwami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Test odporności: świeży przyrost danych (+198 zdarzeń) przetworzony bez zmian w kodzie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Warstwa semantyczna — model Power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Import gwiazdy „na płasko” przez ODBC/Athena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01368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7 relacji wiele-do-jednego; wymiar filtruje fakt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76856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Miary DAX: SUM, DIVIDE, CALCULATE, DATEADD, DISTINCTCOUNT, RANKX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52344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3 hierarchie z drążeniem; miesiące chronologicznie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27832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dim_date jako tabela dat; klucze ukryte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Jeden model odpowiada na wszystkie 12 pytań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1417320"/>
            <a:ext cx="4663440" cy="3931920"/>
          </a:xfrm>
          <a:prstGeom prst="rect">
            <a:avLst/>
          </a:prstGeom>
          <a:solidFill>
            <a:srgbClr val="FFFFFF"/>
          </a:solidFill>
          <a:ln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645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Zgodność ze skryptem zajęć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48840"/>
            <a:ext cx="4114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najpierw model, potem wykresy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tryb Import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DIVIDE zamiast dzielenia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miary zamiast kolumn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formaty i foldery miar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ukryte pola techniczne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model Power BI jest akceptowalny jako warstwa semantyczna (zamiast SSAS)?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Raporty — pokaz na żywo w Power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9 stron: Dashboard + strony analityczne pokrywające wszystkie 12 pytań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00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37160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karty KPI, trend, struktura, TOP-y; nawigacja i slicery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5104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01–02 Geografia, Trendy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975104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mapa ofiar, drążenie kraj→typ, trendy per typ niepokoju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7860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03–04 Sezonowość, Typy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578608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mapa ciepła miesiąc×rok, średnie ofiar na zdarzenie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82112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05–06 Aktorzy, Cywile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18211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TOP aktorów w czasie, % celowania w cywilów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85616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07–08 Eskalacja, Per capita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785616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skoki rok-do-roku, odwrócenie rankingu per capita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Mechaniki z zajęć: slicery zsynchronizowane · drążenie · formatowanie warunkowe · interakcje · sortowanie chronologiczne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układ raportu (dashboard + strona na pytanie) odpowiada oczekiwaniom?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Decyzje, o których weryfikację prosimy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1. Poprawność schematu gwiazdy (prosimy o formalne sprawdzenie)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47088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2. Stack: Airflow + Athena/S3 + Power BI zamiast SSIS/SSAS/SSRS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14016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3. event_id_cnty jako wymiar zdegenerowany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80944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4. Klucz iso_year i relacja dwukierunkowa do populacji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47872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5. Rejestrowanie historii: SCD typ 1 + rejestr usunięć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6. Rok 2025 niepełny (embargo źródła) — odcinamy w trendach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81728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7. Kosowo bez kodu ISO numeric — 0,4% zdarzeń bez per capita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48656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8. Pod-pytanie Q10 (liczność źródeł per zdarzenie) — poza zakresem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Podsumowanie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155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6F8B"/>
                </a:solidFill>
                <a:latin typeface="Segoe UI"/>
              </a:rPr>
              <a:t>•  Zrealizowaliśmy wszystkie części projektu i przygotowaliśmy dowody każdej z nich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93392"/>
            <a:ext cx="11155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  <a:latin typeface="Segoe UI"/>
              </a:rPr>
              <a:t>•  Całość w repozytorium: kod, SQL, DAG-i, model Power BI jako kod, diagramy, dokumentacja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23744"/>
            <a:ext cx="11155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  <a:latin typeface="Segoe UI"/>
              </a:rPr>
              <a:t>•  Chętnie pokażemy wszystko na żywo: Airflow, Athena, Power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6F8B"/>
                </a:solidFill>
                <a:latin typeface="Segoe UI"/>
              </a:rPr>
              <a:t>Prosimy o ocenę i wskazanie poprawek — chcemy je nanieść przed oddaniem.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